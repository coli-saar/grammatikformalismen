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18284" y="1628091"/>
            <a:ext cx="13832900" cy="641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dog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sleeps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sees, pets</a:t>
            </a:r>
          </a:p>
          <a:p>
            <a:pPr algn="just">
              <a:lnSpc>
                <a:spcPts val="8623"/>
              </a:lnSpc>
            </a:pPr>
            <a:r>
              <a:rPr lang="en-US" sz="461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often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34734" y="584166"/>
            <a:ext cx="5084728" cy="200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09"/>
              </a:lnSpc>
              <a:spcBef>
                <a:spcPct val="0"/>
              </a:spcBef>
            </a:pPr>
            <a:r>
              <a:rPr lang="en-US" sz="44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dog sleeps </a:t>
            </a:r>
            <a:r>
              <a:rPr lang="en-US" sz="44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34734" y="4698966"/>
            <a:ext cx="6150853" cy="200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09"/>
              </a:lnSpc>
              <a:spcBef>
                <a:spcPct val="0"/>
              </a:spcBef>
            </a:pPr>
            <a:r>
              <a:rPr lang="en-US" sz="44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sees a dog </a:t>
            </a:r>
            <a:r>
              <a:rPr lang="en-US" sz="44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93719" y="942975"/>
            <a:ext cx="9100562" cy="15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sleepy dog sleeps often </a:t>
            </a:r>
            <a:r>
              <a:rPr lang="en-US" sz="44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9974" y="942975"/>
            <a:ext cx="11108051" cy="15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often sees a sleepy dog </a:t>
            </a:r>
            <a:r>
              <a:rPr lang="en-US" sz="44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67002" y="1669626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35413" y="1669626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44853" y="1669626"/>
            <a:ext cx="2761281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(S\NP)\(S\NP)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26536" y="1669626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46576" y="1669626"/>
            <a:ext cx="80999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N/N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23110" y="1669626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9974" y="2025029"/>
            <a:ext cx="9463498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might pet a dog </a:t>
            </a:r>
            <a:r>
              <a:rPr lang="en-US" sz="44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06988" y="2856569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13078" y="2785705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35685" y="2785705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77328" y="2785705"/>
            <a:ext cx="469572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42975"/>
            <a:ext cx="15863724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might give the dog a treat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64361" y="1669626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81848" y="1669626"/>
            <a:ext cx="2799129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(S\NP)/NP/NP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59493" y="1669626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99838" y="1669626"/>
            <a:ext cx="80999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72490" y="1669626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146" y="1669626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1888" y="1087060"/>
            <a:ext cx="14878005" cy="172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21"/>
              </a:lnSpc>
              <a:spcBef>
                <a:spcPct val="0"/>
              </a:spcBef>
            </a:pPr>
            <a:r>
              <a:rPr lang="en-US" sz="49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mer em hans es huus hälfed aastriiche </a:t>
            </a:r>
            <a:r>
              <a:rPr lang="en-US" sz="49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6662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5778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81695" y="1940532"/>
            <a:ext cx="2947414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S\NP\NP/VP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76610" y="1921482"/>
            <a:ext cx="709280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36627" y="1921482"/>
            <a:ext cx="1565346" cy="67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7"/>
              </a:lnSpc>
              <a:spcBef>
                <a:spcPct val="0"/>
              </a:spcBef>
            </a:pPr>
            <a:r>
              <a:rPr lang="en-US" sz="39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VP\NP</a:t>
            </a:r>
          </a:p>
        </p:txBody>
      </p:sp>
      <p:sp>
        <p:nvSpPr>
          <p:cNvPr name="AutoShape 8" id="8"/>
          <p:cNvSpPr/>
          <p:nvPr/>
        </p:nvSpPr>
        <p:spPr>
          <a:xfrm>
            <a:off x="2899377" y="1978632"/>
            <a:ext cx="12637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616673" y="1978632"/>
            <a:ext cx="28063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756435" y="2016732"/>
            <a:ext cx="239793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998498" y="1978632"/>
            <a:ext cx="21824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3429109" y="1997682"/>
            <a:ext cx="29538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8723" y="781050"/>
            <a:ext cx="16280953" cy="169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81"/>
              </a:lnSpc>
              <a:spcBef>
                <a:spcPct val="0"/>
              </a:spcBef>
            </a:pPr>
            <a:r>
              <a:rPr lang="en-US" sz="37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Der Hund balanzierte gekonnt den bunten Ball </a:t>
            </a:r>
            <a:r>
              <a:rPr lang="en-US" sz="373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,,,,,,,,,,,,,,,,,,,,,,,,,,,,,,,,,,,,,,,,,,,,,,,,,,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07237" y="1628307"/>
            <a:ext cx="683217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33573" y="1628307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67367" y="1628307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81581" y="1628307"/>
            <a:ext cx="80999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N/N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00696" y="1628307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49827" y="1628307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28307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7026" y="831472"/>
            <a:ext cx="13861192" cy="211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28"/>
              </a:lnSpc>
              <a:spcBef>
                <a:spcPct val="0"/>
              </a:spcBef>
            </a:pPr>
            <a:r>
              <a:rPr lang="en-US" sz="46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friend that he adores </a:t>
            </a:r>
            <a:r>
              <a:rPr lang="en-US" sz="46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,,,,,,,,,,,,,,,,,,,,,,,,,,,,,,,,,,,,,,,,,,,,,,,,,,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166374" y="1822879"/>
            <a:ext cx="2061844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(S\NP)/NP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95567" y="1822879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23393" y="1822879"/>
            <a:ext cx="2548459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(N\N)/(S/NP)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3280" y="1822879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8105" y="1822879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7358" y="5903907"/>
            <a:ext cx="10249559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nice in Edinburgh pub 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................................................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7358" y="1304114"/>
            <a:ext cx="9398928" cy="155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69"/>
              </a:lnSpc>
              <a:spcBef>
                <a:spcPct val="0"/>
              </a:spcBef>
            </a:pPr>
            <a:r>
              <a:rPr lang="en-US" sz="44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nice pub in Edinburgh </a:t>
            </a:r>
            <a:r>
              <a:rPr lang="en-US" sz="4478">
                <a:solidFill>
                  <a:srgbClr val="FDFEFE"/>
                </a:solidFill>
                <a:latin typeface="Canva Sans"/>
                <a:ea typeface="Canva Sans"/>
                <a:cs typeface="Canva Sans"/>
                <a:sym typeface="Canva Sans"/>
              </a:rPr>
              <a:t>  ...............................................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03687" y="2135654"/>
            <a:ext cx="288897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  \   N)  /   NP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16871" y="2008081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0356" y="2135654"/>
            <a:ext cx="1329966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 /   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56448" y="2135654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7659" y="6572421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356" y="6661418"/>
            <a:ext cx="1329966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 /   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47824" y="6572421"/>
            <a:ext cx="288897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(N  \   N)  /   NP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7632" y="6572421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5180" y="1185324"/>
            <a:ext cx="15107890" cy="180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47"/>
              </a:lnSpc>
              <a:spcBef>
                <a:spcPct val="0"/>
              </a:spcBef>
            </a:pPr>
            <a:r>
              <a:rPr lang="en-US" sz="3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Peter thinks he heard the dog bark  </a:t>
            </a:r>
            <a:r>
              <a:rPr lang="en-US" sz="398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,,,,,,,,,,,,,,,,,,,,,,,,,,,,,,,,,,,,,,,,,,,,,,,,,,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58010" y="1996139"/>
            <a:ext cx="2761281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(S\NP)/(S\NP)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7747" y="1996139"/>
            <a:ext cx="1060315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NP/N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15156" y="1996139"/>
            <a:ext cx="323030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2749" y="1996139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97366" y="1996139"/>
            <a:ext cx="1022812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S\NP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10317" y="1996139"/>
            <a:ext cx="599238" cy="72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  <a:spcBef>
                <a:spcPct val="0"/>
              </a:spcBef>
            </a:pPr>
            <a:r>
              <a:rPr lang="en-US" sz="334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DAGnz05wZPM</dc:identifier>
  <dcterms:modified xsi:type="dcterms:W3CDTF">2011-08-01T06:04:30Z</dcterms:modified>
  <cp:revision>1</cp:revision>
  <dc:title>Kopie von Dein Abschnittstext</dc:title>
</cp:coreProperties>
</file>